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Y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696" y="-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B93C-988E-F6C3-8706-805C9C576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E6CA6-F2D3-F296-7D1F-A19946BCC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4EE69-A06F-7627-ABF1-CC7DB9B2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56B1-F217-A826-ABE1-75EF3E58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274E9-5912-65A7-2D8A-C76DE349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16704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8C6B-0148-E007-6AD9-C3C5B38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55B3A-F87C-B323-C1E3-1C0375658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B1514-77F1-5E5E-28F7-85958D40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1EE0-3D54-35F5-94C8-5D50A828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B0E7-DFF1-75F0-7F1A-005B3742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20419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3EEE-17A1-43D4-135B-9BFDE2EA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5BA47-B11F-C985-08B2-C14BB44D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4182F-4841-F029-8616-64BA653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F4169-B4FF-41FC-4203-B7DABCB8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E310-7A91-0D32-261B-2B51FE5D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427004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AFD2-B76C-7838-4A22-FC933CEB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68D86-004B-9E1C-B9E3-FF339B11B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E3C6B-4069-AB6C-4B41-2531F7B8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DE39C-AD31-4D0F-2893-5DEB92C1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0CB56-3EBA-0BD7-7461-3E70E529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4FC37-AF06-DEEA-3120-10638B28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19574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FE04-55E3-8B25-345E-D1954919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C402-60BD-B58F-0E1E-CD933280D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AAB69-C810-C4B9-B9DC-F5551E4F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9EBEB-E256-6E02-DC6A-73D80CC84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B4A5E-01FC-7419-F9BD-322EAAA95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9264E-0B13-1215-8F7B-01CFB49B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38437-8E1E-1CCD-37B9-7C0E1185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4F498-9C2E-A7AA-45A1-C4BDF498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59324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7F7-C305-327F-F0C2-E1671B77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27949-AB55-B99C-7A14-7CC64F817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2F31C-279D-C695-A4FC-F9FFFFB2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B9DAC-7261-FB8A-0250-224AAB42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4030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3755B-A7A7-9EC8-5C3E-E61AE7B9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0E987-3720-9759-F7C1-F8F78923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8D517-B155-9A14-47D7-86EB77E5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375344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1B02-9330-9979-02B7-8FC25ED2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306F-9B13-F777-7063-FD6248DF8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FBEC6-D36C-8F82-6CB8-91147733E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76F3-69FD-2873-E0B7-30D6DEC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BFBD9-4583-EE31-D496-62CE6173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1582-1ED2-7D5E-7784-157F69CF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29497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F00E-BA5B-1C3F-9755-BE16A854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5E139-70F6-E7B6-C34D-DC7E6BAD0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Y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03160-4E6B-35DD-22D2-38104DDDB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E8BA3-B41D-580E-B9E7-219D0354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49D57-46F5-DD05-781A-5F5B1507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DD384-FC61-7A32-B795-737F8705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384998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2DCA-E5AB-0633-D9AC-ED019284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30D8-6FC9-7F0E-E3BB-03F945695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5111-490C-2199-D309-0CFBE70D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27D3F-4AD2-21ED-E52F-658E7170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A823-80F9-D78E-B729-3B307644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155456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666D-D380-2D01-4B3D-D4479C3A1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AB33D-869C-BBA8-FA24-98AE95E7C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24475-D35B-6032-A618-AA939068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798F-89FC-8462-377C-C3A251D7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BFA6-6404-443E-83D0-93875FD3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274328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54298-3629-A388-E934-8DE3E2F1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Y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4F42E-01EF-8160-B115-77375D844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Y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C4C1-7CB0-D200-A9DA-AAD73F068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BE7C8-6162-456D-9B54-84D770228BF6}" type="datetimeFigureOut">
              <a:rPr lang="ar-YE" smtClean="0"/>
              <a:t>09/01/1448</a:t>
            </a:fld>
            <a:endParaRPr lang="ar-Y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D0ACB-6C86-90C6-4F44-A2013F9E3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Y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11F1B-DFE5-1F29-FCCE-C474E05B8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2F356-9A72-443F-8526-6D930D17943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97089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Y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4E69-5198-1571-8112-6C5A8A625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779B4-C3D3-8A3E-975B-DF32B1C18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Y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1859E-CC38-F565-CA18-73FA2104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761628"/>
            <a:ext cx="1006933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6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Ahmed</dc:creator>
  <cp:lastModifiedBy>Ali Ahmed</cp:lastModifiedBy>
  <cp:revision>1</cp:revision>
  <dcterms:created xsi:type="dcterms:W3CDTF">2026-06-24T15:06:26Z</dcterms:created>
  <dcterms:modified xsi:type="dcterms:W3CDTF">2026-06-24T19:28:38Z</dcterms:modified>
</cp:coreProperties>
</file>